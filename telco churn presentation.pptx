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6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32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64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5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16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54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1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38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58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8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65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5793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826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47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55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06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44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698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  <p:sldLayoutId id="2147483916" r:id="rId12"/>
    <p:sldLayoutId id="2147483917" r:id="rId13"/>
    <p:sldLayoutId id="2147483918" r:id="rId14"/>
    <p:sldLayoutId id="2147483919" r:id="rId15"/>
    <p:sldLayoutId id="2147483920" r:id="rId16"/>
    <p:sldLayoutId id="21474839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Customer Churn Analysis &amp;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Utilizing Machine Learning for Enhanced Customer Retention</a:t>
            </a:r>
          </a:p>
          <a:p>
            <a:r>
              <a:rPr dirty="0"/>
              <a:t>Presented by: Risana E K</a:t>
            </a:r>
          </a:p>
          <a:p>
            <a:r>
              <a:rPr dirty="0"/>
              <a:t>Tech Stack: Python, Pandas,</a:t>
            </a:r>
            <a:r>
              <a:rPr lang="en-US" b="1" dirty="0"/>
              <a:t> </a:t>
            </a:r>
            <a:r>
              <a:rPr lang="en-US" b="1" dirty="0" err="1"/>
              <a:t>Scikit</a:t>
            </a:r>
            <a:r>
              <a:rPr lang="en-US" b="1" dirty="0"/>
              <a:t>-learn</a:t>
            </a:r>
            <a:r>
              <a:rPr lang="en-US" dirty="0"/>
              <a:t> (</a:t>
            </a:r>
            <a:r>
              <a:rPr lang="en-US" dirty="0" err="1"/>
              <a:t>sklearn</a:t>
            </a:r>
            <a:r>
              <a:rPr lang="en-US" dirty="0"/>
              <a:t>)</a:t>
            </a:r>
            <a:r>
              <a:rPr dirty="0"/>
              <a:t>, Seaborn &amp; Matplotlib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Predict customer churn</a:t>
            </a:r>
          </a:p>
          <a:p>
            <a:r>
              <a:t>Problem: High churn affects revenue</a:t>
            </a:r>
          </a:p>
          <a:p>
            <a:r>
              <a:t>Dataset: Telco Customer Churn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customerID</a:t>
            </a:r>
          </a:p>
          <a:p>
            <a:r>
              <a:t>Converted TotalCharges</a:t>
            </a:r>
          </a:p>
          <a:p>
            <a:r>
              <a:t>Handled missing values</a:t>
            </a:r>
          </a:p>
          <a:p>
            <a:r>
              <a:t>Created tenure_group &amp; charges_per_month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Churn, Tenure, Monthly Charges</a:t>
            </a:r>
          </a:p>
          <a:p>
            <a:r>
              <a:t>Month-to-month has high churn</a:t>
            </a:r>
          </a:p>
          <a:p>
            <a:r>
              <a:t>Fiber optic users churn more</a:t>
            </a:r>
          </a:p>
          <a:p>
            <a:r>
              <a:t>Low tenure = high churn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Correlation heatmap</a:t>
            </a:r>
          </a:p>
          <a:p>
            <a:r>
              <a:t>One-hot encoding</a:t>
            </a:r>
          </a:p>
          <a:p>
            <a:r>
              <a:t>StandardScaler 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</a:t>
            </a:r>
          </a:p>
          <a:p>
            <a:r>
              <a:t>Random Forest Classifier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Accuracy, Precision, Recall, F1-score</a:t>
            </a:r>
          </a:p>
          <a:p>
            <a:r>
              <a:t>Confusion Matrix</a:t>
            </a:r>
          </a:p>
          <a:p>
            <a:r>
              <a:t>Random Forest performed better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Short-term contracts risky</a:t>
            </a:r>
          </a:p>
          <a:p>
            <a:r>
              <a:t>High charges increase churn</a:t>
            </a:r>
          </a:p>
          <a:p>
            <a:r>
              <a:t>ML helps decision making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Questions?</a:t>
            </a:r>
          </a:p>
          <a:p>
            <a:r>
              <a:rPr dirty="0"/>
              <a:t>Contact: </a:t>
            </a:r>
            <a:r>
              <a:rPr dirty="0" err="1"/>
              <a:t>risana-e</a:t>
            </a:r>
            <a:r>
              <a:rPr lang="en-US" dirty="0" err="1"/>
              <a:t>k</a:t>
            </a:r>
            <a:endParaRPr lang="en-US" dirty="0"/>
          </a:p>
          <a:p>
            <a:r>
              <a:rPr lang="en-US" dirty="0"/>
              <a:t>linkedin.com/in/</a:t>
            </a:r>
            <a:r>
              <a:rPr lang="en-US" dirty="0" err="1"/>
              <a:t>risana-ek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</TotalTime>
  <Words>155</Words>
  <Application>Microsoft Office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Customer Churn Analysis &amp; Prediction</vt:lpstr>
      <vt:lpstr>Project Overview</vt:lpstr>
      <vt:lpstr>Data Preprocessing &amp; Cleaning</vt:lpstr>
      <vt:lpstr>Exploratory Data Analysis</vt:lpstr>
      <vt:lpstr>Feature Selection</vt:lpstr>
      <vt:lpstr>Machine Learning Models</vt:lpstr>
      <vt:lpstr>Model Evaluation</vt:lpstr>
      <vt:lpstr>Business Insights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&amp; Prediction</dc:title>
  <dc:subject/>
  <dc:creator>user</dc:creator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2026-03-27T07:40:04Z</dcterms:modified>
  <cp:category/>
</cp:coreProperties>
</file>